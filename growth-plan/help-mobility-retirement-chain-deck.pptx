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Help Mobility</a:t>
            </a:r>
          </a:p>
          <a:p>
            <a:r>
              <a:rPr sz="2500">
                <a:solidFill>
                  <a:srgbClr val="179E8A"/>
                </a:solidFill>
              </a:rPr>
              <a:t>Preferred equipment partner for retirement &amp; long-term care</a:t>
            </a:r>
          </a:p>
          <a:p>
            <a:r>
              <a:rPr sz="1500">
                <a:solidFill>
                  <a:srgbClr val="FFFFFF"/>
                </a:solidFill>
              </a:rPr>
              <a:t>ADP-Authorized Vendor  •  GTA  •  Preferred-supplier program · On-site clinics · PM service contracts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3291840" cy="82296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Partnership proposal  •  [Date]  •  Prepared for [Retirement / LTC Group]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1200" b="1">
                <a:solidFill>
                  <a:srgbClr val="179E8A"/>
                </a:solidFill>
              </a:rPr>
              <a:t>WHY THIS MATTERS</a:t>
            </a:r>
          </a:p>
          <a:p>
            <a:r>
              <a:rPr sz="2800" b="1">
                <a:solidFill>
                  <a:srgbClr val="FFFFFF"/>
                </a:solidFill>
              </a:rPr>
              <a:t>The operator's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3108960" cy="73152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Resident mobility and safety drive satisfaction, occupancy, and reputation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Staff lose hours sourcing, fixing, and chasing equipment and funding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Families struggle to navigate ADP and insurance on their own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Aging equipment fleets and RHRA safety expectations need proactive upkeep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Help Mobility  •  helpmobility.ca  •  ADP-Authorized Vendor  •  Greater Toronto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1200" b="1">
                <a:solidFill>
                  <a:srgbClr val="179E8A"/>
                </a:solidFill>
              </a:rPr>
              <a:t>ABOUT HELP MOBILITY</a:t>
            </a:r>
          </a:p>
          <a:p>
            <a:r>
              <a:rPr sz="2800" b="1">
                <a:solidFill>
                  <a:srgbClr val="FFFFFF"/>
                </a:solidFill>
              </a:rPr>
              <a:t>Who we 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3108960" cy="73152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ADP-authorized home medical equipment provider serving the GTA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Full catalog: mobility, beds, lifts, bath safety, accessibility, daily-living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Sales, rentals, and in-house repair / maintenance teams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Engaged with ORCA and AdvantAge Ontario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Help Mobility  •  helpmobility.ca  •  ADP-Authorized Vendor  •  Greater Toronto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1200" b="1">
                <a:solidFill>
                  <a:srgbClr val="179E8A"/>
                </a:solidFill>
              </a:rPr>
              <a:t>THE OFFER</a:t>
            </a:r>
          </a:p>
          <a:p>
            <a:r>
              <a:rPr sz="2800" b="1">
                <a:solidFill>
                  <a:srgbClr val="FFFFFF"/>
                </a:solidFill>
              </a:rPr>
              <a:t>Preferred-supplier program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3108960" cy="73152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One equipment partner across all your homes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Standardized beds, mobility, and bath-safety with managed replacement cycles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Volume pricing and consistent specs chain-wide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A dedicated account team and single point of contact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Simple ordering and consolidated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Help Mobility  •  helpmobility.ca  •  ADP-Authorized Vendor  •  Greater Toronto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1200" b="1">
                <a:solidFill>
                  <a:srgbClr val="179E8A"/>
                </a:solidFill>
              </a:rPr>
              <a:t>RESIDENT EXPERIENCE</a:t>
            </a:r>
          </a:p>
          <a:p>
            <a:r>
              <a:rPr sz="2800" b="1">
                <a:solidFill>
                  <a:srgbClr val="FFFFFF"/>
                </a:solidFill>
              </a:rPr>
              <a:t>On-site assessment &amp; clinic days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3108960" cy="73152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We bring fittings and assessments to your residents, in your home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Right equipment, properly fitted — fewer falls, better outcomes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Converts to ADP / insurance / private-pay with families' paperwork handled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A visible resident &amp; family service that differentiates your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Help Mobility  •  helpmobility.ca  •  ADP-Authorized Vendor  •  Greater Toronto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1200" b="1">
                <a:solidFill>
                  <a:srgbClr val="179E8A"/>
                </a:solidFill>
              </a:rPr>
              <a:t>FUNDING DONE-FOR-YOU</a:t>
            </a:r>
          </a:p>
          <a:p>
            <a:r>
              <a:rPr sz="2800" b="1">
                <a:solidFill>
                  <a:srgbClr val="FFFFFF"/>
                </a:solidFill>
              </a:rPr>
              <a:t>We handle resident &amp; family funding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3108960" cy="73152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ADP — up to 75% (100% for ODSP/OW recipients)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Private insurance via Assignment of Benefits (Manulife, Sun Life, Canada Life, GreenShield)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Veterans Affairs (Medavie) and March of Dimes HVMP for accessibility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Families love that we do the paperwork — and your staff are freed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Help Mobility  •  helpmobility.ca  •  ADP-Authorized Vendor  •  Greater Toronto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1200" b="1">
                <a:solidFill>
                  <a:srgbClr val="179E8A"/>
                </a:solidFill>
              </a:rPr>
              <a:t>KEEP THE FLEET SAFE</a:t>
            </a:r>
          </a:p>
          <a:p>
            <a:r>
              <a:rPr sz="2800" b="1">
                <a:solidFill>
                  <a:srgbClr val="FFFFFF"/>
                </a:solidFill>
              </a:rPr>
              <a:t>Preventive-maintenance service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3108960" cy="73152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Scheduled maintenance keeps every home's fleet safe and in service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Fast repair response minimizes downtime and risk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Service documentation supports your RHRA / safety compliance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Predictable annual cost instead of surprise breakdowns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Help Mobility  •  helpmobility.ca  •  ADP-Authorized Vendor  •  Greater Toronto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1200" b="1">
                <a:solidFill>
                  <a:srgbClr val="179E8A"/>
                </a:solidFill>
              </a:rPr>
              <a:t>FLEXIBILITY</a:t>
            </a:r>
          </a:p>
          <a:p>
            <a:r>
              <a:rPr sz="2800" b="1">
                <a:solidFill>
                  <a:srgbClr val="FFFFFF"/>
                </a:solidFill>
              </a:rPr>
              <a:t>Rentals for surge &amp; short-term needs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3108960" cy="73152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Flex capacity without capital outlay — beds, lifts, mobility, safety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Cover seasonal surges, isolations, and post-hospital transitions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Deliver, set up, pick up, clean, redeploy — we manage the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Help Mobility  •  helpmobility.ca  •  ADP-Authorized Vendor  •  Greater Toronto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1200" b="1">
                <a:solidFill>
                  <a:srgbClr val="179E8A"/>
                </a:solidFill>
              </a:rPr>
              <a:t>THE VALUE</a:t>
            </a:r>
          </a:p>
          <a:p>
            <a:r>
              <a:rPr sz="2800" b="1">
                <a:solidFill>
                  <a:srgbClr val="FFFFFF"/>
                </a:solidFill>
              </a:rPr>
              <a:t>Why Help Mobility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3108960" cy="73152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Reduces your staff workload — we own equipment and funding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Improves resident outcomes and family satisfaction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Local, responsive, multilingual — a true partner, not a catalog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Recurring relationship: standardization + PM + resident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Help Mobility  •  helpmobility.ca  •  ADP-Authorized Vendor  •  Greater Toronto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1200" b="1">
                <a:solidFill>
                  <a:srgbClr val="179E8A"/>
                </a:solidFill>
              </a:rPr>
              <a:t>TRUST</a:t>
            </a:r>
          </a:p>
          <a:p>
            <a:r>
              <a:rPr sz="2800" b="1">
                <a:solidFill>
                  <a:srgbClr val="FFFFFF"/>
                </a:solidFill>
              </a:rPr>
              <a:t>Compliance &amp; resident choice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3108960" cy="73152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RHRA-aligned service documentation and safety practices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We support resident and family choice of provider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PHIPA-compliant handling of personal health information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Proper authorizer assessment and medical necessity on funded 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Help Mobility  •  helpmobility.ca  •  ADP-Authorized Vendor  •  Greater Toronto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1200" b="1">
                <a:solidFill>
                  <a:srgbClr val="179E8A"/>
                </a:solidFill>
              </a:rPr>
              <a:t>LET'S DEFINE IT TOGETHER</a:t>
            </a:r>
          </a:p>
          <a:p>
            <a:r>
              <a:rPr sz="2800" b="1">
                <a:solidFill>
                  <a:srgbClr val="FFFFFF"/>
                </a:solidFill>
              </a:rPr>
              <a:t>Proposed program &amp; next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3108960" cy="73152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Pilot in [X] homes over [Y] weeks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Preferred-supplier pricing schedule: [to define]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PM contract scope &amp; cadence: [to define]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Quarterly business review on outcomes, spend, and resident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Help Mobility  •  helpmobility.ca  •  ADP-Authorized Vendor  •  Greater Toronto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Let's partner.</a:t>
            </a:r>
          </a:p>
          <a:p>
            <a:r>
              <a:rPr sz="1800">
                <a:solidFill>
                  <a:srgbClr val="FFFFFF"/>
                </a:solidFill>
              </a:rPr>
              <a:t>Saeed Teskie, CEO  •  Mohamed Alyoussef, Institutional Partnerships</a:t>
            </a:r>
          </a:p>
          <a:p>
            <a:r>
              <a:rPr sz="1800">
                <a:solidFill>
                  <a:srgbClr val="FFFFFF"/>
                </a:solidFill>
              </a:rPr>
              <a:t>helpmobility.ca  •  [phone]  •  [email]</a:t>
            </a:r>
          </a:p>
          <a:p>
            <a:r>
              <a:rPr sz="1800">
                <a:solidFill>
                  <a:srgbClr val="FFFFFF"/>
                </a:solidFill>
              </a:rPr>
              <a:t>Next step: a preferred-supplier pilot in [X] of your homes.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2926080" cy="82296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